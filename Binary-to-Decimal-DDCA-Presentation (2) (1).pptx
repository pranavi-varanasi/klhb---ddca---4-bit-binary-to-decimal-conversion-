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su/ppt/media/image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91440"/>
            <a:ext cx="2926080" cy="464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69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and Computer Architecture  |  Group Project Presentation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 NO.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822960"/>
            <a:ext cx="3474720" cy="3474720"/>
          </a:xfrm>
          <a:prstGeom prst="ellipse">
            <a:avLst/>
          </a:prstGeom>
          <a:ln w="25400">
            <a:solidFill>
              <a:srgbClr val="29D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92240" y="1645920"/>
            <a:ext cx="1828800" cy="1828800"/>
          </a:xfrm>
          <a:prstGeom prst="ellipse">
            <a:avLst/>
          </a:prstGeom>
          <a:ln w="19050">
            <a:solidFill>
              <a:srgbClr val="FF8A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DESIGN AND COMPUTER ARCHITECTURE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Binary-to-Decimal
</a:t>
            </a:r>
            <a:pPr indent="0" marL="0">
              <a:buNone/>
            </a:pPr>
            <a:r>
              <a:rPr lang="en-US" sz="30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and Display System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logic gates, from switches to 7-segment displays, and linked to a RISC-V processor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280160" cy="320040"/>
          </a:xfrm>
          <a:prstGeom prst="roundRect">
            <a:avLst>
              <a:gd name="adj" fmla="val 17143"/>
            </a:avLst>
          </a:prstGeom>
          <a:ln w="12700">
            <a:solidFill>
              <a:srgbClr val="29DB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3474720"/>
            <a:ext cx="1280160" cy="320040"/>
          </a:xfrm>
          <a:prstGeom prst="roundRect">
            <a:avLst>
              <a:gd name="adj" fmla="val 17143"/>
            </a:avLst>
          </a:prstGeom>
          <a:ln w="12700">
            <a:solidFill>
              <a:srgbClr val="29DB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6596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7-segment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474720"/>
            <a:ext cx="1280160" cy="320040"/>
          </a:xfrm>
          <a:prstGeom prst="roundRect">
            <a:avLst>
              <a:gd name="adj" fmla="val 17143"/>
            </a:avLst>
          </a:prstGeom>
          <a:ln w="12700">
            <a:solidFill>
              <a:srgbClr val="29D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83280" y="3474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to CO6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Parts  |  Input to Display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Division and Course Outcomes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hands its outputs to the next.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12064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Foundations: problem, number systems, truth table, gates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to BCD with K-maps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7-segment decoder, display control, ROM 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CO2, CO3, CO4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 view, peripheral integration,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CO5, CO6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Course Outcome Appears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course outcomes are used in the project.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56616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in this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Binary, digital representation, logic 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Truth table, gate toolkit, NAND (Part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Combinational logic, K-maps, adders and ALU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BCD and segment equations, +6 adder idea (Parts 2,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Flip-flops, counters, FSMs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register, display multiplexing FSM (Part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file and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ROM-based segment decoder (Part 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RISC-V execution, datapath,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Assembly version of the conversion (Part 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 extension, peripherals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Memory-mapped converter peripheral (Part 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CO1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Block Diagram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switches A B C D, with A as the most significant bit.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4-bit binary number as a readable decimal number, using logic gates.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868680"/>
          </a:xfrm>
          <a:prstGeom prst="roundRect">
            <a:avLst>
              <a:gd name="adj" fmla="val 7368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54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circuit that displays 00–15 on two 7-segment displays.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1783080" cy="1143000"/>
          </a:xfrm>
          <a:prstGeom prst="roundRect">
            <a:avLst>
              <a:gd name="adj" fmla="val 56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A B C 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2402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06040" y="2286000"/>
            <a:ext cx="1783080" cy="1143000"/>
          </a:xfrm>
          <a:prstGeom prst="roundRect">
            <a:avLst>
              <a:gd name="adj" fmla="val 5600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0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to BCD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 logic (Part 2)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1783080" cy="1143000"/>
          </a:xfrm>
          <a:prstGeom prst="roundRect">
            <a:avLst>
              <a:gd name="adj" fmla="val 56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BCD to 7-segment (Part 3)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903720" y="2286000"/>
            <a:ext cx="1783080" cy="1143000"/>
          </a:xfrm>
          <a:prstGeom prst="roundRect">
            <a:avLst>
              <a:gd name="adj" fmla="val 5600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0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697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7-segment digits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TWO-DIGIT OUTPUT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40233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digit T (0 or 1) drives the left display; units U3–U0 drive the right display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CO1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Systems and Truth Table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tens digit. Units digit is N for 0–9 and N − 10 for 10–15.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548640"/>
                <a:gridCol w="155448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B3B2B1B0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U3U2U1U0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88720"/>
          <a:ext cx="4023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188720"/>
                <a:gridCol w="548640"/>
                <a:gridCol w="155448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B3B2B1B0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U3U2U1U0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|  CO1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Gates and NAND Universality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circuit can be built from one gate type.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and laws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NOT, NAND, NOR, XOR with truth tables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Morgan: (AB)' = A' + B'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Morgan: (A+B)' = A'B'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and consensus for simplification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only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544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 A' = (A·A)'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 AB = ((AB)')'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  A+B = (A'·B')'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Two-level NAND-NAND replaces AND-OR.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CO2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to BCD: Method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4-variable K-map per output: T, U3, U2, U1, U0.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2286000"/>
          </a:xfrm>
          <a:prstGeom prst="roundRect">
            <a:avLst>
              <a:gd name="adj" fmla="val 28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 digit T is 1 only for 10–15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digit is N for 0–9, N − 10 for 10–15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outputs from four inputs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1s in powers of two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2286000"/>
          </a:xfrm>
          <a:prstGeom prst="roundRect">
            <a:avLst>
              <a:gd name="adj" fmla="val 2800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K-map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5448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1s from the truth table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groups give fewer literals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becomes a product term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terms for the 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703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ALU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402336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digit can also come from an adder: units = N + 6 (mod 16) when N ≥ 10, reusing the ripple-carry adder.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CO2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K-map: Units Bit U1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= 1 for N = 2, 3, 6, 7, 12, 13.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731520"/>
                <a:gridCol w="731520"/>
                <a:gridCol w="731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B3B2 \ B1B0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234440"/>
            <a:ext cx="3657600" cy="2514600"/>
          </a:xfrm>
          <a:prstGeom prst="roundRect">
            <a:avLst>
              <a:gd name="adj" fmla="val 2545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6636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64592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1 (N=2,3,6,7): B3'·B1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2 (N=12,13): B3·B2·B1'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B3'·B1 + B3·B2·B1'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|  CO2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Equations and Gate Implementation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Part 3. T and U3–U0 go in as BCD digits.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75488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Minimised outputs (B3 is MSB)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4480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= B3·B2 + B3·B1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U3 = B3·B2'·B1'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U2 = B3'·B2 + B3·B2·B1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U1 = B3'·B1 + B3·B2·B1'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U0 = B0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94960" y="1143000"/>
            <a:ext cx="329184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3212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554480"/>
            <a:ext cx="3017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gates feeding an OR gate per output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NAND-only: each AND-OR becomes NAND-NAND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U0 is a wire from B0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 exactly for 10–15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CO2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Truth Table (Common-Cathode)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on with logic 1. Inputs 10–15 are don't-cares.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854781"/>
                <a:gridCol w="854781"/>
                <a:gridCol w="854781"/>
                <a:gridCol w="854781"/>
                <a:gridCol w="854781"/>
                <a:gridCol w="854781"/>
                <a:gridCol w="854781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Digit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ABCD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CO2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Equations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every output for a common-anode display.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521208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Minimised with K-maps (A = MSB)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49377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A + C + BD + B'D'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B' + C'D' + CD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B + C' + 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A + B'D' + B'C + CD' + BC'D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B'D' + CD'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A + C'D' + BC' + BD'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A + BC' + B'C + CD'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1143000"/>
            <a:ext cx="2834640" cy="3200400"/>
          </a:xfrm>
          <a:prstGeom prst="roundRect">
            <a:avLst>
              <a:gd name="adj" fmla="val 2258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1554480"/>
            <a:ext cx="2560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Active-high outputs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decoder per digit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resistor on each segment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CO3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Register and Display Control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logic added around the combinational core.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2103120"/>
          </a:xfrm>
          <a:prstGeom prst="roundRect">
            <a:avLst>
              <a:gd name="adj" fmla="val 3043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register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 flip-flops store A B C D on the clock edge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stays steady while switches change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building block as a CPU register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2103120"/>
          </a:xfrm>
          <a:prstGeom prst="roundRect">
            <a:avLst>
              <a:gd name="adj" fmla="val 3043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multiplexing FSM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5448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states: TENS and UNITS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1-bit counter toggles each clock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4-bit 2:1 MUX picks T or U3–U0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8404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decoder serves both displays; the FSM state enables one digit at a time, saving a decoder.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|  CO4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ROM-Based Segment Decoder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can replace the decoder gates.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 contents: digit to abcdefg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0 -&gt; 1111110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1 -&gt; 0110000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2 -&gt; 1101101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3 -&gt; 1111001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4 -&gt; 0110011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5 -&gt; 1011011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6 -&gt; 1011111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7 -&gt; 1110000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8 -&gt; 1111111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9 -&gt; 1111011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vs memory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544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 × 7 ROM: address is the BCD digit, data is the segments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of 16 addresses are used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smaller and faster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ROM: patterns are easy to change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lookup idea as instruction memory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|  CO2 to CO4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Simulation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Simulator: Logisim, Multisim or Proteus.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feed the input register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Binary-to-BCD block, then two decoders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multiplexed single decoder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on every interface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544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through 0, 5, 9, 10 and 15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displays update together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propagation delay over two gate stages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total gates used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|  CO5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View: RISC-V Assembly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a1 = tens, a0 = units.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75488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to decimal, N in a0 (0–15)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4480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   a1, 0        # tens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   t0, 10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blt  a0, t0, done # N &lt; 10 ?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a0, a0, -10  # units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 a1, a1, 1    # tens = 1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94960" y="1143000"/>
            <a:ext cx="329184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3212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datapath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554480"/>
            <a:ext cx="3017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RV32I has no divide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≤ 15 needs one subtract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blt and addi use the ALU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Registers: read two, write one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unit decodes each opcode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|  CO6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as a Memory-Mapped Peripheral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writes N; the hardware drives the displays.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783080" cy="1097280"/>
          </a:xfrm>
          <a:prstGeom prst="roundRect">
            <a:avLst>
              <a:gd name="adj" fmla="val 5833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writes 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06040" y="1143000"/>
            <a:ext cx="1783080" cy="1097280"/>
          </a:xfrm>
          <a:prstGeom prst="roundRect">
            <a:avLst>
              <a:gd name="adj" fmla="val 5833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234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decode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554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peripheral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1783080" cy="1097280"/>
          </a:xfrm>
          <a:prstGeom prst="roundRect">
            <a:avLst>
              <a:gd name="adj" fmla="val 5833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234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register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1554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N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903720" y="1143000"/>
            <a:ext cx="1783080" cy="1097280"/>
          </a:xfrm>
          <a:prstGeom prst="roundRect">
            <a:avLst>
              <a:gd name="adj" fmla="val 5833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1234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55448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BCD, decoders, display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514600"/>
            <a:ext cx="4023360" cy="1920240"/>
          </a:xfrm>
          <a:prstGeom prst="roundRect">
            <a:avLst>
              <a:gd name="adj" fmla="val 3333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code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29260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lui t1, 0x10000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0F9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  a0, 0(t1)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514600"/>
            <a:ext cx="4023360" cy="1920240"/>
          </a:xfrm>
          <a:prstGeom prst="roundRect">
            <a:avLst>
              <a:gd name="adj" fmla="val 3333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2606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00600" y="2926080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sits in the I/O address range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decoder is plain gates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is made of D flip-flops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Observed column from your own simulation.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0574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Binary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Expected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21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Observed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DB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0F9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4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25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in, decimal out.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29D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544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K-map-minimised logic converts 4 bits to BCD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Decoders drive the 7-segment displays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memory and RISC-V views link it to a CPU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inputs map to the right output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3200400"/>
          </a:xfrm>
          <a:prstGeom prst="roundRect">
            <a:avLst>
              <a:gd name="adj" fmla="val 2000"/>
            </a:avLst>
          </a:prstGeom>
          <a:solidFill>
            <a:srgbClr val="1B2B4D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next steps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5544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4-bit width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gates per output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8-bit input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peripheral to a full RISC-V CPU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822960"/>
            <a:ext cx="3474720" cy="3474720"/>
          </a:xfrm>
          <a:prstGeom prst="ellipse">
            <a:avLst/>
          </a:prstGeom>
          <a:ln w="25400">
            <a:solidFill>
              <a:srgbClr val="29DB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737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9D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4-bit Binary-to-Decimal Conversion and Display System</dc:title>
  <dc:subject>PptxGenJS Presentation</dc:subject>
  <dc:creator>PptxGenJS</dc:creator>
  <cp:lastModifiedBy>PptxGenJS</cp:lastModifiedBy>
  <cp:revision>1</cp:revision>
  <dcterms:created xsi:type="dcterms:W3CDTF">2026-10-14T04:21:26Z</dcterms:created>
  <dcterms:modified xsi:type="dcterms:W3CDTF">2026-10-14T04:21:26Z</dcterms:modified>
</cp:coreProperties>
</file>